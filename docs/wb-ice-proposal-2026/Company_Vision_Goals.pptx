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 projects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40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Government maintenance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</c:v>
                </c:pt>
                <c:pt idx="1">
                  <c:v>25</c:v>
                </c:pt>
                <c:pt idx="2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IT services</c:v>
                </c:pt>
              </c:strCache>
            </c:strRef>
          </c:tx>
          <c:spPr>
            <a:solidFill>
              <a:srgbClr val="5B8DB8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25</c:v>
                </c:pt>
                <c:pt idx="2">
                  <c:v>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Products / SaaS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35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motto. The vision is long-term; the mission lists the five things we do, in order: deliver, sustain, extend, productise, give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targets are indicative planning goals. The key message: we win with government, stay through maintenance, then scale into private IT and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1% floor keeps the promise real in lean early years; the step-up to 2% of revenue or 10% of net profit (whichever is higher) grows with the company. Figures are proposals to confirm with our chartered accountant (80G structuring). Keeping the fund board-governed and separate from procurement protects both the company and every partner who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[COMPANY NAME]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that serves Bengal.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for Bengal  ·  Maintain for Bengal  ·  Scale from Bengal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029200" cy="3429000"/>
          </a:xfrm>
          <a:prstGeom prst="roundRect">
            <a:avLst>
              <a:gd name="adj" fmla="val 3200"/>
            </a:avLst>
          </a:prstGeom>
          <a:solidFill>
            <a:srgbClr val="15293F"/>
          </a:solidFill>
          <a:ln w="12700">
            <a:solidFill>
              <a:srgbClr val="1529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42316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468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Vision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4526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West Bengal's most trusted home-grown technology partner, making governance faster, fairer and more transparent, and taking Bengal-built digital products to India and the world.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852160" y="2194560"/>
            <a:ext cx="5788152" cy="3429000"/>
          </a:xfrm>
          <a:prstGeom prst="roundRect">
            <a:avLst>
              <a:gd name="adj" fmla="val 3200"/>
            </a:avLst>
          </a:prstGeom>
          <a:solidFill>
            <a:srgbClr val="15293F"/>
          </a:solidFill>
          <a:ln w="12700">
            <a:solidFill>
              <a:srgbClr val="1529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0" y="242316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468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Mission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063240"/>
            <a:ext cx="5349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outcome-linked digital solutions for state departments.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behind every system for years through dependable maintenance.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same capability to Bengal's enterprises and MSMEs.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proven solutions into products with recurring revenue.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back: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tech jobs in Bengal and commit a fixed share of revenue to society.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79776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79776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outcomes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10912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10912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technology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242048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42048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 talent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473184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73184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prosperity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 going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government solutions, to long-term maintenance, to private IT, to our own products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7717536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48640" cy="5486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09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12 MONTHS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47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F3F6FA"/>
          </a:solidFill>
          <a:ln w="12700">
            <a:solidFill>
              <a:srgbClr val="F3F6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6974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paid pilots with the ICE Department (e.g. Karma Praman, Nivesh Setu)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on GeM; apply for Webel Technology empanelment; begin ISO 27001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team of 12–15 in Kolkata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937760"/>
            <a:ext cx="3108960" cy="54864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First ₹1–2 cr revenue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07408" y="169164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07408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93208" y="1709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3 YEARS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93208" y="1947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407408" y="246888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F3F6FA"/>
          </a:solidFill>
          <a:ln w="12700">
            <a:solidFill>
              <a:srgbClr val="F3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36008" y="26974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department solutions live, each with a multi-year maintenance contract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services: IoT metering and data logging to central portals; MSME automation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50–80; campus hiring from state colleges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36008" y="4937760"/>
            <a:ext cx="3108960" cy="54864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36008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₹10–15 cr revenue, 30%+ recurring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66176" y="1691640"/>
            <a:ext cx="548640" cy="54864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66176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951976" y="1709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– 5+ YEARS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951976" y="1947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266176" y="246888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F3F6FA"/>
          </a:solidFill>
          <a:ln w="12700">
            <a:solidFill>
              <a:srgbClr val="F3F6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94776" y="26974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 few needs that repeat across our projects and build them into products or platforms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and licence revenue that keeps the business sustainable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 as our delivery hub for India-wide clients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494776" y="4937760"/>
            <a:ext cx="3108960" cy="548640"/>
          </a:xfrm>
          <a:prstGeom prst="roundRect">
            <a:avLst>
              <a:gd name="adj" fmla="val 13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494776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35%+ revenue from products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focus: prove value to the West Bengal ICE Department with fast, low-risk pilots, then earn long-term trust through maintenance that never lets a system go stale.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grow, and how we give back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revenue mix (%)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002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92240" y="1234440"/>
            <a:ext cx="5148072" cy="5029200"/>
          </a:xfrm>
          <a:prstGeom prst="roundRect">
            <a:avLst>
              <a:gd name="adj" fmla="val 218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463040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SOCIAL COMMITMENT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17830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</a:t>
            </a:r>
            <a:endParaRPr lang="en-US" sz="64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1920240"/>
            <a:ext cx="2770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total annual revenue from year one, to a Bengal Social Impact Fund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858000" y="2880360"/>
            <a:ext cx="4416552" cy="685800"/>
          </a:xfrm>
          <a:prstGeom prst="roundRect">
            <a:avLst>
              <a:gd name="adj" fmla="val 10667"/>
            </a:avLst>
          </a:prstGeom>
          <a:solidFill>
            <a:srgbClr val="15293F"/>
          </a:solidFill>
          <a:ln w="12700">
            <a:solidFill>
              <a:srgbClr val="1529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40880" y="2880360"/>
            <a:ext cx="4050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profitable, rising to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of revenue or 10% of net profit</a:t>
            </a:r>
            <a:pPr indent="0" marL="0"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whichever is higher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3749040"/>
            <a:ext cx="44165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areas: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skills for youth, artisan and MSME training, women entrepreneurs, STEM labs in schools.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Community-led: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representatives and local bodies can propose programmes for their areas.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&amp; reported: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by our Board in Schedule VII areas, with an annual public report.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total company revenue and independent of any contract. We win work only through open procurement.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[Company Name]: Vision, Mission &amp; Goals</dc:title>
  <dc:subject>PptxGenJS Presentation</dc:subject>
  <dc:creator>PptxGenJS</dc:creator>
  <cp:lastModifiedBy>PptxGenJS</cp:lastModifiedBy>
  <cp:revision>1</cp:revision>
  <dcterms:created xsi:type="dcterms:W3CDTF">2026-09-24T06:08:14Z</dcterms:created>
  <dcterms:modified xsi:type="dcterms:W3CDTF">2026-09-24T06:08:14Z</dcterms:modified>
</cp:coreProperties>
</file>